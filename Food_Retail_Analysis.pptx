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518A298-C3D3-4F9B-A744-78FB4DEA4AD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foodhut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2F72C20-6038-4C8E-88B3-D78E81D3AFB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06/07/2026 13:21:36 WAT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d Retail Analysis" id="2" name="slide2">
            <a:extLst>
              <a:ext uri="{FF2B5EF4-FFF2-40B4-BE49-F238E27FC236}">
                <a16:creationId xmlns:a16="http://schemas.microsoft.com/office/drawing/2014/main" id="{E599197A-1F54-4699-A6C5-995E91E79F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24" y="0"/>
            <a:ext cx="8242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2026-07-06T12:21:38Z</dcterms:created>
  <dcterms:modified xsi:type="dcterms:W3CDTF">2026-07-06T12:21:38Z</dcterms:modified>
</cp:coreProperties>
</file>